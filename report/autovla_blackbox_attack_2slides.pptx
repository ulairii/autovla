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notes: concise summary of AutoVLA black-box patch attack method and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notes: concise summary of AutoVLA black-box patch attack method and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